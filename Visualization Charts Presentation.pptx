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0A4D-5B77-DCA2-2733-5A7AF775E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3BE79-5037-E22D-8F31-35943AA85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9E95E-16F3-7514-A18A-1F45F5A7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E4256-4C12-8621-C713-1B33F255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3BC2-20F5-F7C4-6115-C10C55F2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0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E17F-EB0A-50B0-A5FD-A990880F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FB105-91B8-27E5-8A7E-3D7FB494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E1AD1-C03C-2B09-4A63-19FED8BB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39C90-2AAF-C5EA-F6E7-3AA159BF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CA9B-6CBE-ED97-1201-433A884F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9F24-877B-7CE1-CC16-5BD4A9AF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0B604-B12C-2D45-D94A-E4731121A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7F15E-21EA-AF32-1E16-0A8D352C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5AA46-F662-5931-6B39-96D76950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6139-FFD9-EE16-D939-DAB82449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0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E2E6-6C63-7728-2567-5F159392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DDDF7-3956-2002-0A79-D97B397CB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47398-C8E2-C6AD-6331-3B74EB32F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F3C94-3054-B0D4-CDF1-046F6A6C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448F8-6114-60D1-E38C-67D41316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324D1-C768-E0DA-D4F5-475E2635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3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F5AF-D287-E831-93CE-5C084194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E0BA0-DC07-F8E4-4E9A-2535513F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3244E-352D-92A0-24AA-F0E58D23F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68995-EB82-FAFD-67CD-C952330DD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CA41-FAD4-F393-4EA8-A975E4AD6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E49B2-EBE6-81F7-ED8B-0F3E2F2C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9F449-4FAC-A9D5-E70C-A3AC71A3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5DD83-69C0-73EA-1C2E-1497DF45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4C44-B096-BD83-59DE-AC4D5A57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E7281-12B7-3DCC-0EC6-5680EC2D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B280A-919F-7AE4-06A4-0F32BA91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5FDD7-6911-1F76-79F1-1D89C42C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D5FDF-476B-69DD-4C82-3D54F3B7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D6691-F824-39EA-A5F5-1A18834D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DF62F-6DA7-CF84-A502-5D68C51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42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ACE2-6E85-5FBB-5376-8F38186C5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E56F-4D9D-127E-CBB8-1730089D4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0C1FC-7F5F-277F-7326-4840792CB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D7E59-9B38-27A3-77F1-2ACF5021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A74A5-9321-538B-7D33-45976366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AA01E-A152-E830-4591-4EBDCCF0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7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A27D-F2CD-2C73-16B2-635F2D840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D542D-ECC9-473C-3149-D98F16A21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A8231-0D47-C370-B6AE-DB2B80242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B7A3F-1F0E-890A-204B-D2588B36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AB00C-F69F-FF4B-0B2B-385ADF57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2EAA1-BF36-E695-82AD-CFBFA3D5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BC57-11AE-818B-2EFD-BB16899F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92973-77DE-CA0D-51B7-BB92064F2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50605-966A-5E1B-BE13-1755ABA94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A8BE6-5153-9FB9-3B3E-F731BF5E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BDF3-B257-852A-1C2F-4ACA2E93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59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80A27-9CDB-AFDE-0529-46BE1C749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248E4-8401-4F00-6671-292EABE32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BFC7A-9864-6560-4053-6C4D1585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CEE95-4582-0BE4-AEBC-FF34689E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D987-C7B5-ECBD-99B4-01C01E99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8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1DD1D-5CDC-55E3-9602-23F2319F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C92CF-E0D4-8B96-38BC-AA6A9A94E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BDD2C-B1F5-170B-558A-7E1B5F0D1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E90F3-5712-4777-AED1-0B6D2E684A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A15AC-FA79-78E1-5FE1-F5038998A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7BB2-F192-A414-A948-23F3280A8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9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64DF9-391D-7D19-38A6-5939909AD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3"/>
            <a:ext cx="10555419" cy="336874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Visualization Charts Presentation for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Flask Healthcare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5831E-9253-D8F8-DB52-9CF68AEBD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31" y="4480038"/>
            <a:ext cx="7447402" cy="171144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BAN 6420 Final Project (Programming in Python &amp; R</a:t>
            </a:r>
          </a:p>
          <a:p>
            <a:r>
              <a:rPr lang="en-US" sz="2000" dirty="0">
                <a:solidFill>
                  <a:srgbClr val="FFFFFF"/>
                </a:solidFill>
              </a:rPr>
              <a:t>By </a:t>
            </a:r>
          </a:p>
          <a:p>
            <a:r>
              <a:rPr lang="en-US" dirty="0">
                <a:solidFill>
                  <a:srgbClr val="FFFFFF"/>
                </a:solidFill>
              </a:rPr>
              <a:t>Saheed Adebowale Badru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581A8-C35A-6A35-E517-EDF9D900D9D2}"/>
              </a:ext>
            </a:extLst>
          </p:cNvPr>
          <p:cNvSpPr txBox="1"/>
          <p:nvPr/>
        </p:nvSpPr>
        <p:spPr>
          <a:xfrm>
            <a:off x="5429689" y="6384958"/>
            <a:ext cx="1986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November 2025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18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D077-5510-3DAB-63B9-744084E9B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Average Income by 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CC789-4AC9-58EA-5160-08FEC90F0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914" y="1883228"/>
            <a:ext cx="3820886" cy="3418115"/>
          </a:xfrm>
        </p:spPr>
        <p:txBody>
          <a:bodyPr>
            <a:normAutofit/>
          </a:bodyPr>
          <a:lstStyle/>
          <a:p>
            <a:r>
              <a:rPr lang="en-US" sz="2000" dirty="0"/>
              <a:t>This chart shows how average monthly income varies across different age groups.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It highlights which ages tend to earn the highest income among the survey respondents. This helps identify income patterns and financial capacity across life stages.</a:t>
            </a:r>
          </a:p>
        </p:txBody>
      </p:sp>
      <p:pic>
        <p:nvPicPr>
          <p:cNvPr id="7" name="Picture 6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075E4389-4AEF-E85E-D501-E904A1F31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35" y="1487823"/>
            <a:ext cx="6139340" cy="460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9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6DD52-00D8-A071-AB02-B4CCAA80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DB65-2F8E-7FED-B079-4DF07012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Average Spending by Gender Across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05C22-7F5C-E44A-CE52-324FB7BB0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4314" y="2055018"/>
            <a:ext cx="4049486" cy="3714411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This chart compares how different gender groups allocate their spending across key expense categories - utilities, entertainment, school fees, shopping, and healthcare. </a:t>
            </a:r>
          </a:p>
          <a:p>
            <a:r>
              <a:rPr lang="en-US" sz="2000" dirty="0"/>
              <a:t>It reveals spending trends and potential differences in financial behavior across genders.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  <p:pic>
        <p:nvPicPr>
          <p:cNvPr id="6" name="Picture 5" descr="A graph of a bar chart&#10;&#10;AI-generated content may be incorrect.">
            <a:extLst>
              <a:ext uri="{FF2B5EF4-FFF2-40B4-BE49-F238E27FC236}">
                <a16:creationId xmlns:a16="http://schemas.microsoft.com/office/drawing/2014/main" id="{F4F7D6D2-1EF0-0834-177A-AB2EBB32E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52" y="1787834"/>
            <a:ext cx="6413233" cy="48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1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114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Visualization Charts Presentation for  Flask Healthcare App</vt:lpstr>
      <vt:lpstr>Average Income by Age</vt:lpstr>
      <vt:lpstr>Average Spending by Gender Across Categories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Saheed Badru</dc:creator>
  <cp:lastModifiedBy>Saheed Badru</cp:lastModifiedBy>
  <cp:revision>1</cp:revision>
  <dcterms:created xsi:type="dcterms:W3CDTF">2025-11-20T22:48:44Z</dcterms:created>
  <dcterms:modified xsi:type="dcterms:W3CDTF">2025-11-20T23:00:32Z</dcterms:modified>
</cp:coreProperties>
</file>